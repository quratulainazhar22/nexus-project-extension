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2926080"/>
            <a:ext cx="2011680" cy="201168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57200"/>
            <a:ext cx="2560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57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FYP PROPOSAL  •  BS COMPUTER SCIENCE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SmartStay AI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AI-Enhanced Hotel Management System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201168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Dashboards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33472" y="2423160"/>
            <a:ext cx="201168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Communication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64024" y="2423160"/>
            <a:ext cx="201168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Notifications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94576" y="2423160"/>
            <a:ext cx="201168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2880360"/>
            <a:ext cx="7772400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Aqeel 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</a:t>
            </a:r>
            <a:endParaRPr lang="en-US" sz="6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 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  |  FYP Proposal  |  Aqeel Ch  |  BSCS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1554480" cy="1170432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68680"/>
            <a:ext cx="155448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9875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2860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194560"/>
            <a:ext cx="1554480" cy="1170432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194560"/>
            <a:ext cx="155448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3134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228600" y="2953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520440"/>
            <a:ext cx="1554480" cy="1170432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520440"/>
            <a:ext cx="155448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3931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22860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Plan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0" y="868680"/>
            <a:ext cx="69037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40280" y="96012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240280" y="1353312"/>
            <a:ext cx="6492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 is a comprehensive web-based hotel management system targeting small to medium-sized hotels &amp; lodges.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manual processes, disconnected systems, and lack of real-time communication through one unified platform.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six distinct roles: Customer, Manager, Cook, Delivery Boy, Room Controller, and Record Keeper — each with a dedicated dashboard.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7 AI/ML features including smart food &amp; room recommendations, demand prediction, delivery time estimation, and an AI chatbot.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ASP.NET Core 8 + React + TypeScript with SignalR for real-time features, ML.NET for AI, and Stripe for payments.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PWA push notifications (works even when browser is closed) and Google Maps delivery navigation.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SmartStay AI?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  |  FYP Proposal  |  Aqeel Ch  |  BSCS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68680"/>
            <a:ext cx="28346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15270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Processes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use paper/Excel-based systems for bookings and orders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68680"/>
            <a:ext cx="28346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15270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Disconnected Systems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booking and food ordering are completely separate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8686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868680"/>
            <a:ext cx="28346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15270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Real-time Updates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cannot track order or booking status live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28803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880360"/>
            <a:ext cx="28346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0040" y="35387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Personalization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3840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AI-driven recommendations for customers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8803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880360"/>
            <a:ext cx="28346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291840" y="35387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 Communication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3840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channel between customers &amp; staff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28803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2880360"/>
            <a:ext cx="28346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63640" y="35387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Predictive Insights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840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cannot forecast busy periods or optimize staff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AI-Enhanced Goals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  |  FYP Proposal  |  Aqeel Ch  |  BSCS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68680"/>
            <a:ext cx="420624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68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Primary Objectives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32588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Hotel Management — room booking, food ordering, payments &amp; staff coordination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Dashboard — 6 dedicated interfaces for each user type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— instant alerts via SignalR for all critical events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 — Stripe integration for safe online transactions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Support — push notifications &amp; offline support even when browser is closed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68680"/>
            <a:ext cx="42062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68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AI &amp; Smart Feature Objectives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32588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Food Recommendations — collaborative filtering for 'frequently bought together'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Room Recommendations — content-based filtering from booking history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Items Ranking — real-time trending food items display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Discount Offers — loyalty-based personalized promotions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 — time series forecasting for busy days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Prediction — regression model for ETA estimation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— rule-based NLP for automated customer support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Roles &amp; Responsibilities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Dedicated Dashboards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  |  FYP Proposal  |  Aqeel Ch  |  BSCS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868680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868680"/>
            <a:ext cx="2816352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86868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Customer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137160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rooms, order food, make payments, track status, chat with manager &amp; delivery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45536" y="868680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36" y="868680"/>
            <a:ext cx="2816352" cy="457200"/>
          </a:xfrm>
          <a:prstGeom prst="rect">
            <a:avLst/>
          </a:prstGeom>
          <a:solidFill>
            <a:srgbClr val="006494"/>
          </a:solidFill>
          <a:ln w="12700">
            <a:solidFill>
              <a:srgbClr val="0064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86868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👔  Manager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36976" y="137160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orders &amp; bookings, manage menu, view payments, chat with all roles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868680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868680"/>
            <a:ext cx="2816352" cy="4572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86868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👨‍🍳  Cook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1344" y="137160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paid orders, start preparation, mark ready, manage order queue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1168" y="2880360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880360"/>
            <a:ext cx="2816352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88036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🚴  Delivery Boy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" y="338328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orders, navigate to customer via Google Maps, mark delivered, chat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45536" y="2880360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45536" y="2880360"/>
            <a:ext cx="2816352" cy="457200"/>
          </a:xfrm>
          <a:prstGeom prst="rect">
            <a:avLst/>
          </a:prstGeom>
          <a:solidFill>
            <a:srgbClr val="005082"/>
          </a:solidFill>
          <a:ln w="12700">
            <a:solidFill>
              <a:srgbClr val="0050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6976" y="288036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🏨  Room Controller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36976" y="338328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rooms, update status, check-in/out, cleaning &amp; maintenance schedule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9904" y="2880360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9904" y="2880360"/>
            <a:ext cx="2816352" cy="45720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288036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 Record Keeper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81344" y="338328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reports, export data to CSV/Excel, view audit logs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Smart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Intelligent Capabilities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  |  FYP Proposal  |  Aqeel Ch  |  BSCS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868680"/>
            <a:ext cx="2103120" cy="1920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868680"/>
            <a:ext cx="210312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2608" y="14904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Recommendations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" y="19842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/ ML.NET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32304" y="868680"/>
            <a:ext cx="2103120" cy="1920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32304" y="868680"/>
            <a:ext cx="2103120" cy="914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6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23744" y="14904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Room Recommendations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23744" y="19842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/ ML.NET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868680"/>
            <a:ext cx="2103120" cy="1920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868680"/>
            <a:ext cx="210312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54880" y="14904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Popular Items Ranking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19842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Aggregation + Time Decay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94576" y="868680"/>
            <a:ext cx="2103120" cy="1920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94576" y="868680"/>
            <a:ext cx="210312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6016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86016" y="14904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Discount Offers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86016" y="19842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Customer Segmentation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2971800"/>
            <a:ext cx="2606040" cy="1920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2971800"/>
            <a:ext cx="2606040" cy="914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6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12648" y="3593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Prediction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2648" y="4087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SSA / ML.NET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37560" y="2971800"/>
            <a:ext cx="2606040" cy="1920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37560" y="2971800"/>
            <a:ext cx="26060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7288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3447288" y="3593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Time Prediction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447288" y="4087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(FastTree) / ML.NET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2971800"/>
            <a:ext cx="2606040" cy="1920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2971800"/>
            <a:ext cx="260604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6281928" y="3593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Chatbot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81928" y="4087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+ Rule-based NLP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Full-Stack Design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  |  FYP Proposal  |  Aqeel Ch  |  BSCS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914400"/>
            <a:ext cx="6492240" cy="10972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987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353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10515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| Manager | Cook | Delivery | Room Controller | Record Keeper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01568" y="2011680"/>
            <a:ext cx="0" cy="16459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176272"/>
            <a:ext cx="6492240" cy="10972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2494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Web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2313432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• Services • SignalR Hub • ML.NET Models • Background Jobs • EF Core ORM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01568" y="3273552"/>
            <a:ext cx="0" cy="16459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3429000"/>
            <a:ext cx="6492240" cy="109728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502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DATABASE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3867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35661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• Rooms • Bookings • Orders • Payments • Chat • Notifications • ML Training Data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03720" y="914400"/>
            <a:ext cx="2029968" cy="3611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98755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External Services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1389888"/>
            <a:ext cx="1847088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389888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Stripe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(Payments)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95160" y="2194560"/>
            <a:ext cx="1847088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194560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Mailtrap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95160" y="2999232"/>
            <a:ext cx="1847088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999232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Google Maps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(Navigation)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95160" y="3803904"/>
            <a:ext cx="1847088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803904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PWA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(Push Notifications)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Development Stack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  |  FYP Proposal  |  Aqeel Ch  |  BSCS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868680"/>
            <a:ext cx="283464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868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" y="12984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298448"/>
            <a:ext cx="73152" cy="6217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350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ASP.NET Core 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6093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Framework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1168" y="19842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1984248"/>
            <a:ext cx="73152" cy="6217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08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C# 12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2951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26700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670048"/>
            <a:ext cx="73152" cy="6217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066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 Framework Core 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9809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/ Database Access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" y="33558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3355848"/>
            <a:ext cx="73152" cy="6217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924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ML.NET 3.0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6667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1168" y="40416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1168" y="4041648"/>
            <a:ext cx="73152" cy="6217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782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SignalR 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3525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Communication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72968" y="868680"/>
            <a:ext cx="2834640" cy="38404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868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172968" y="12984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1298448"/>
            <a:ext cx="73152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13350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7560" y="16093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72968" y="19842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72968" y="1984248"/>
            <a:ext cx="73152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20208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37560" y="22951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JavaScript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72968" y="26700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72968" y="2670048"/>
            <a:ext cx="73152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27066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Bootstrap 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37560" y="29809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Styling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72968" y="33558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172968" y="3355848"/>
            <a:ext cx="73152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33924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Axios 1.6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37560" y="36667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72968" y="40416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172968" y="4041648"/>
            <a:ext cx="73152" cy="62179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40782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TanStack Query 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337560" y="43525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State Management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44768" y="868680"/>
            <a:ext cx="2834640" cy="38404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36208" y="868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&amp; Services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144768" y="12984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44768" y="1298448"/>
            <a:ext cx="73152" cy="62179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3350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Server 2022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09360" y="16093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44768" y="19842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44768" y="1984248"/>
            <a:ext cx="73152" cy="62179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20208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309360" y="22951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44768" y="26700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44768" y="2670048"/>
            <a:ext cx="73152" cy="62179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27066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Maps API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309360" y="29809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Navigation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44768" y="33558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144768" y="3355848"/>
            <a:ext cx="73152" cy="62179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33924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Mailtrap SMTP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309360" y="36667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144768" y="404164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144768" y="4041648"/>
            <a:ext cx="73152" cy="62179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09360" y="40782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Workers / PWA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309360" y="43525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Development Timeline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  |  FYP Proposal  |  Aqeel Ch  |  BSCS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886968"/>
            <a:ext cx="475488" cy="45720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88696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950976"/>
            <a:ext cx="1005840" cy="329184"/>
          </a:xfrm>
          <a:prstGeom prst="rect">
            <a:avLst/>
          </a:prstGeom>
          <a:solidFill>
            <a:srgbClr val="023E8A">
              <a:alpha val="80000"/>
            </a:srgbClr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95097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&amp; DB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950976"/>
            <a:ext cx="6373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ASP.NET Core, React, SQL Server setup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" y="1403604"/>
            <a:ext cx="475488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140360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1467612"/>
            <a:ext cx="1783080" cy="329184"/>
          </a:xfrm>
          <a:prstGeom prst="rect">
            <a:avLst/>
          </a:prstGeom>
          <a:solidFill>
            <a:srgbClr val="0077B6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46761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User Roles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467612"/>
            <a:ext cx="5596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JWT auth, 6 role dashboards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" y="1920240"/>
            <a:ext cx="475488" cy="4572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192024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" y="1984248"/>
            <a:ext cx="2560320" cy="329184"/>
          </a:xfrm>
          <a:prstGeom prst="rect">
            <a:avLst/>
          </a:prstGeom>
          <a:solidFill>
            <a:srgbClr val="0096C7">
              <a:alpha val="8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19842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Module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1984248"/>
            <a:ext cx="4818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Booking, food ordering, cart, checkout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" y="2436876"/>
            <a:ext cx="47548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243687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" y="2500884"/>
            <a:ext cx="3337560" cy="329184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25008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&amp; Cook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60520" y="2500884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Order approval, food mgmt, order queue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" y="2953512"/>
            <a:ext cx="475488" cy="4572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295351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" y="3017520"/>
            <a:ext cx="4114800" cy="329184"/>
          </a:xfrm>
          <a:prstGeom prst="rect">
            <a:avLst/>
          </a:prstGeom>
          <a:solidFill>
            <a:srgbClr val="0096C7">
              <a:alpha val="8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0175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Rooms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017520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Tracking, room mgmt, check-in/out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" y="3470148"/>
            <a:ext cx="475488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347014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3232" y="3534156"/>
            <a:ext cx="4892040" cy="329184"/>
          </a:xfrm>
          <a:prstGeom prst="rect">
            <a:avLst/>
          </a:prstGeom>
          <a:solidFill>
            <a:srgbClr val="0077B6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3534156"/>
            <a:ext cx="4800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Payments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15000" y="353415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Reports, Stripe integration, exports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1168" y="3986784"/>
            <a:ext cx="475488" cy="45720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" y="398678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3232" y="4050792"/>
            <a:ext cx="5669280" cy="329184"/>
          </a:xfrm>
          <a:prstGeom prst="rect">
            <a:avLst/>
          </a:prstGeom>
          <a:solidFill>
            <a:srgbClr val="023E8A">
              <a:alpha val="80000"/>
            </a:srgbClr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05079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4050792"/>
            <a:ext cx="1709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SignalR, PWA, email notifications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1168" y="4503420"/>
            <a:ext cx="475488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" y="45034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W8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13232" y="4567428"/>
            <a:ext cx="5943600" cy="329184"/>
          </a:xfrm>
          <a:prstGeom prst="rect">
            <a:avLst/>
          </a:prstGeom>
          <a:solidFill>
            <a:srgbClr val="0B2545">
              <a:alpha val="80000"/>
            </a:srgbClr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4567428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&amp; Chat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66560" y="4567428"/>
            <a:ext cx="1435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ML.NET models, chatbot, chat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Outcomes &amp; Deliverables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Produced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  |  FYP Proposal  |  Aqeel Ch  |  BSCS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868680"/>
            <a:ext cx="49834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868680"/>
            <a:ext cx="498348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6868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Functional Outcomes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1325880"/>
            <a:ext cx="47548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hotel management for all 6 user roles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food &amp; room recommendation engine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between customers, managers, cooks &amp; delivery boys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better staff planning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estimation shown to customers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PWA push notifications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one-click delivery navigation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loyalty-based discount system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handling common customer FAQs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868680"/>
            <a:ext cx="354787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94960" y="868680"/>
            <a:ext cx="3547872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8686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Deliverables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04688" y="1353312"/>
            <a:ext cx="3310128" cy="512064"/>
          </a:xfrm>
          <a:prstGeom prst="rect">
            <a:avLst/>
          </a:prstGeom>
          <a:solidFill>
            <a:srgbClr val="E8F4FD"/>
          </a:solidFill>
          <a:ln w="12700">
            <a:solidFill>
              <a:srgbClr val="D4E6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6128" y="1371600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Source 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96128" y="1627632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04688" y="1938528"/>
            <a:ext cx="3310128" cy="512064"/>
          </a:xfrm>
          <a:prstGeom prst="rect">
            <a:avLst/>
          </a:prstGeom>
          <a:solidFill>
            <a:srgbClr val="E8F4FD"/>
          </a:solidFill>
          <a:ln w="12700">
            <a:solidFill>
              <a:srgbClr val="D4E6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6128" y="1956816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 Scripts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96128" y="2212848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setup files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04688" y="2523744"/>
            <a:ext cx="3310128" cy="512064"/>
          </a:xfrm>
          <a:prstGeom prst="rect">
            <a:avLst/>
          </a:prstGeom>
          <a:solidFill>
            <a:srgbClr val="E8F4FD"/>
          </a:solidFill>
          <a:ln w="12700">
            <a:solidFill>
              <a:srgbClr val="D4E6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6128" y="2542032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API Docs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96128" y="279806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04688" y="3108960"/>
            <a:ext cx="3310128" cy="512064"/>
          </a:xfrm>
          <a:prstGeom prst="rect">
            <a:avLst/>
          </a:prstGeom>
          <a:solidFill>
            <a:srgbClr val="E8F4FD"/>
          </a:solidFill>
          <a:ln w="12700">
            <a:solidFill>
              <a:srgbClr val="D4E6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312724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User Manual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96128" y="338328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for each role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04688" y="3694176"/>
            <a:ext cx="3310128" cy="512064"/>
          </a:xfrm>
          <a:prstGeom prst="rect">
            <a:avLst/>
          </a:prstGeom>
          <a:solidFill>
            <a:srgbClr val="E8F4FD"/>
          </a:solidFill>
          <a:ln w="12700">
            <a:solidFill>
              <a:srgbClr val="D4E6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3712464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Demo Video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96128" y="3968496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 demonstration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04688" y="4279392"/>
            <a:ext cx="3310128" cy="512064"/>
          </a:xfrm>
          <a:prstGeom prst="rect">
            <a:avLst/>
          </a:prstGeom>
          <a:solidFill>
            <a:srgbClr val="E8F4FD"/>
          </a:solidFill>
          <a:ln w="12700">
            <a:solidFill>
              <a:srgbClr val="D4E6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4297680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Final 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96128" y="4553712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documentation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548640"/>
            <a:ext cx="3474720" cy="347472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474720"/>
            <a:ext cx="2286000" cy="22860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 – FYP Proposal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6400800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Student: 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Aqeel 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081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Program: 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3081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4655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Department: 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3465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8496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Project: 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38496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SmartStay AI – FYP Proposal</dc:title>
  <dc:subject>PptxGenJS Presentation</dc:subject>
  <dc:creator>Aqeel Ch</dc:creator>
  <cp:lastModifiedBy>Aqeel Ch</cp:lastModifiedBy>
  <cp:revision>1</cp:revision>
  <dcterms:created xsi:type="dcterms:W3CDTF">2026-04-08T13:02:11Z</dcterms:created>
  <dcterms:modified xsi:type="dcterms:W3CDTF">2026-04-08T13:02:11Z</dcterms:modified>
</cp:coreProperties>
</file>